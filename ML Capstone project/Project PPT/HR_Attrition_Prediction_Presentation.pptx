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56945F-80F7-47A9-A532-46BFEB4CECF1}" v="3" dt="2026-08-03T07:28:49.9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dav, Vipin" userId="5d5c3c82-6ef4-4c93-ba77-9a324996ae35" providerId="ADAL" clId="{8C859D24-2A3E-41E6-9550-22A3361FBBEF}"/>
    <pc:docChg chg="undo redo custSel addSld delSld modSld">
      <pc:chgData name="Yadav, Vipin" userId="5d5c3c82-6ef4-4c93-ba77-9a324996ae35" providerId="ADAL" clId="{8C859D24-2A3E-41E6-9550-22A3361FBBEF}" dt="2026-08-03T07:31:50.643" v="301" actId="20577"/>
      <pc:docMkLst>
        <pc:docMk/>
      </pc:docMkLst>
      <pc:sldChg chg="modSp mod">
        <pc:chgData name="Yadav, Vipin" userId="5d5c3c82-6ef4-4c93-ba77-9a324996ae35" providerId="ADAL" clId="{8C859D24-2A3E-41E6-9550-22A3361FBBEF}" dt="2026-08-03T07:13:36.973" v="91" actId="207"/>
        <pc:sldMkLst>
          <pc:docMk/>
          <pc:sldMk cId="1906881601" sldId="256"/>
        </pc:sldMkLst>
        <pc:spChg chg="mod">
          <ac:chgData name="Yadav, Vipin" userId="5d5c3c82-6ef4-4c93-ba77-9a324996ae35" providerId="ADAL" clId="{8C859D24-2A3E-41E6-9550-22A3361FBBEF}" dt="2026-08-03T07:11:27.686" v="72" actId="1076"/>
          <ac:spMkLst>
            <pc:docMk/>
            <pc:sldMk cId="1906881601" sldId="256"/>
            <ac:spMk id="2" creationId="{C6E6BE31-C548-4B50-C976-5B81062CE240}"/>
          </ac:spMkLst>
        </pc:spChg>
        <pc:spChg chg="mod">
          <ac:chgData name="Yadav, Vipin" userId="5d5c3c82-6ef4-4c93-ba77-9a324996ae35" providerId="ADAL" clId="{8C859D24-2A3E-41E6-9550-22A3361FBBEF}" dt="2026-08-03T07:13:36.973" v="91" actId="207"/>
          <ac:spMkLst>
            <pc:docMk/>
            <pc:sldMk cId="1906881601" sldId="256"/>
            <ac:spMk id="3" creationId="{CD472265-D3C6-4BD9-A62E-FACFD963A13C}"/>
          </ac:spMkLst>
        </pc:spChg>
      </pc:sldChg>
      <pc:sldChg chg="modSp mod">
        <pc:chgData name="Yadav, Vipin" userId="5d5c3c82-6ef4-4c93-ba77-9a324996ae35" providerId="ADAL" clId="{8C859D24-2A3E-41E6-9550-22A3361FBBEF}" dt="2026-08-03T07:10:51.024" v="69" actId="14100"/>
        <pc:sldMkLst>
          <pc:docMk/>
          <pc:sldMk cId="4146066226" sldId="257"/>
        </pc:sldMkLst>
        <pc:spChg chg="mod">
          <ac:chgData name="Yadav, Vipin" userId="5d5c3c82-6ef4-4c93-ba77-9a324996ae35" providerId="ADAL" clId="{8C859D24-2A3E-41E6-9550-22A3361FBBEF}" dt="2026-08-03T07:10:33.649" v="63" actId="14100"/>
          <ac:spMkLst>
            <pc:docMk/>
            <pc:sldMk cId="4146066226" sldId="257"/>
            <ac:spMk id="2" creationId="{02B866EA-D096-3A12-CEA2-10302FF032C7}"/>
          </ac:spMkLst>
        </pc:spChg>
        <pc:spChg chg="mod">
          <ac:chgData name="Yadav, Vipin" userId="5d5c3c82-6ef4-4c93-ba77-9a324996ae35" providerId="ADAL" clId="{8C859D24-2A3E-41E6-9550-22A3361FBBEF}" dt="2026-08-03T07:10:51.024" v="69" actId="14100"/>
          <ac:spMkLst>
            <pc:docMk/>
            <pc:sldMk cId="4146066226" sldId="257"/>
            <ac:spMk id="3" creationId="{F1619859-6E19-EFF1-7E3B-553091632616}"/>
          </ac:spMkLst>
        </pc:spChg>
      </pc:sldChg>
      <pc:sldChg chg="modSp mod">
        <pc:chgData name="Yadav, Vipin" userId="5d5c3c82-6ef4-4c93-ba77-9a324996ae35" providerId="ADAL" clId="{8C859D24-2A3E-41E6-9550-22A3361FBBEF}" dt="2026-08-03T07:14:16.094" v="99" actId="5793"/>
        <pc:sldMkLst>
          <pc:docMk/>
          <pc:sldMk cId="488605631" sldId="258"/>
        </pc:sldMkLst>
        <pc:spChg chg="mod">
          <ac:chgData name="Yadav, Vipin" userId="5d5c3c82-6ef4-4c93-ba77-9a324996ae35" providerId="ADAL" clId="{8C859D24-2A3E-41E6-9550-22A3361FBBEF}" dt="2026-08-03T07:08:41.545" v="39" actId="1076"/>
          <ac:spMkLst>
            <pc:docMk/>
            <pc:sldMk cId="488605631" sldId="258"/>
            <ac:spMk id="2" creationId="{BFDD32E0-8AE9-3BE5-F57D-184ABF44E5F3}"/>
          </ac:spMkLst>
        </pc:spChg>
        <pc:spChg chg="mod">
          <ac:chgData name="Yadav, Vipin" userId="5d5c3c82-6ef4-4c93-ba77-9a324996ae35" providerId="ADAL" clId="{8C859D24-2A3E-41E6-9550-22A3361FBBEF}" dt="2026-08-03T07:14:16.094" v="99" actId="5793"/>
          <ac:spMkLst>
            <pc:docMk/>
            <pc:sldMk cId="488605631" sldId="258"/>
            <ac:spMk id="3" creationId="{7D4D76FF-A8BD-B7C3-EB83-EFAB0A590620}"/>
          </ac:spMkLst>
        </pc:spChg>
      </pc:sldChg>
      <pc:sldChg chg="modSp mod">
        <pc:chgData name="Yadav, Vipin" userId="5d5c3c82-6ef4-4c93-ba77-9a324996ae35" providerId="ADAL" clId="{8C859D24-2A3E-41E6-9550-22A3361FBBEF}" dt="2026-08-03T07:31:50.643" v="301" actId="20577"/>
        <pc:sldMkLst>
          <pc:docMk/>
          <pc:sldMk cId="3842908052" sldId="259"/>
        </pc:sldMkLst>
        <pc:spChg chg="mod">
          <ac:chgData name="Yadav, Vipin" userId="5d5c3c82-6ef4-4c93-ba77-9a324996ae35" providerId="ADAL" clId="{8C859D24-2A3E-41E6-9550-22A3361FBBEF}" dt="2026-08-03T07:12:30.430" v="77" actId="1076"/>
          <ac:spMkLst>
            <pc:docMk/>
            <pc:sldMk cId="3842908052" sldId="259"/>
            <ac:spMk id="2" creationId="{8176DBC3-D3F4-7D9D-0368-04D3D4B44B7C}"/>
          </ac:spMkLst>
        </pc:spChg>
        <pc:spChg chg="mod">
          <ac:chgData name="Yadav, Vipin" userId="5d5c3c82-6ef4-4c93-ba77-9a324996ae35" providerId="ADAL" clId="{8C859D24-2A3E-41E6-9550-22A3361FBBEF}" dt="2026-08-03T07:31:50.643" v="301" actId="20577"/>
          <ac:spMkLst>
            <pc:docMk/>
            <pc:sldMk cId="3842908052" sldId="259"/>
            <ac:spMk id="3" creationId="{2087DB66-C424-8824-D3F2-03054BEA4E2D}"/>
          </ac:spMkLst>
        </pc:spChg>
      </pc:sldChg>
      <pc:sldChg chg="modSp mod">
        <pc:chgData name="Yadav, Vipin" userId="5d5c3c82-6ef4-4c93-ba77-9a324996ae35" providerId="ADAL" clId="{8C859D24-2A3E-41E6-9550-22A3361FBBEF}" dt="2026-08-03T07:17:40.014" v="146" actId="20577"/>
        <pc:sldMkLst>
          <pc:docMk/>
          <pc:sldMk cId="1965182909" sldId="260"/>
        </pc:sldMkLst>
        <pc:spChg chg="mod">
          <ac:chgData name="Yadav, Vipin" userId="5d5c3c82-6ef4-4c93-ba77-9a324996ae35" providerId="ADAL" clId="{8C859D24-2A3E-41E6-9550-22A3361FBBEF}" dt="2026-08-03T07:15:51.887" v="111" actId="1076"/>
          <ac:spMkLst>
            <pc:docMk/>
            <pc:sldMk cId="1965182909" sldId="260"/>
            <ac:spMk id="2" creationId="{A1CF74FC-D180-8AE1-AD3A-77E0EE276531}"/>
          </ac:spMkLst>
        </pc:spChg>
        <pc:spChg chg="mod">
          <ac:chgData name="Yadav, Vipin" userId="5d5c3c82-6ef4-4c93-ba77-9a324996ae35" providerId="ADAL" clId="{8C859D24-2A3E-41E6-9550-22A3361FBBEF}" dt="2026-08-03T07:17:40.014" v="146" actId="20577"/>
          <ac:spMkLst>
            <pc:docMk/>
            <pc:sldMk cId="1965182909" sldId="260"/>
            <ac:spMk id="3" creationId="{790C82B7-97D2-9BBD-371C-CB82A8EE454E}"/>
          </ac:spMkLst>
        </pc:spChg>
      </pc:sldChg>
      <pc:sldChg chg="modSp mod">
        <pc:chgData name="Yadav, Vipin" userId="5d5c3c82-6ef4-4c93-ba77-9a324996ae35" providerId="ADAL" clId="{8C859D24-2A3E-41E6-9550-22A3361FBBEF}" dt="2026-08-03T07:19:20.546" v="163" actId="27636"/>
        <pc:sldMkLst>
          <pc:docMk/>
          <pc:sldMk cId="3525712953" sldId="261"/>
        </pc:sldMkLst>
        <pc:spChg chg="mod">
          <ac:chgData name="Yadav, Vipin" userId="5d5c3c82-6ef4-4c93-ba77-9a324996ae35" providerId="ADAL" clId="{8C859D24-2A3E-41E6-9550-22A3361FBBEF}" dt="2026-08-03T07:18:06.693" v="147" actId="1076"/>
          <ac:spMkLst>
            <pc:docMk/>
            <pc:sldMk cId="3525712953" sldId="261"/>
            <ac:spMk id="2" creationId="{74EFF218-74C6-423F-E9E2-3DAB3EA9C406}"/>
          </ac:spMkLst>
        </pc:spChg>
        <pc:spChg chg="mod">
          <ac:chgData name="Yadav, Vipin" userId="5d5c3c82-6ef4-4c93-ba77-9a324996ae35" providerId="ADAL" clId="{8C859D24-2A3E-41E6-9550-22A3361FBBEF}" dt="2026-08-03T07:19:20.546" v="163" actId="27636"/>
          <ac:spMkLst>
            <pc:docMk/>
            <pc:sldMk cId="3525712953" sldId="261"/>
            <ac:spMk id="3" creationId="{2CC9E883-87B6-36AF-C370-E7F42A7BF1A7}"/>
          </ac:spMkLst>
        </pc:spChg>
      </pc:sldChg>
      <pc:sldChg chg="modSp mod">
        <pc:chgData name="Yadav, Vipin" userId="5d5c3c82-6ef4-4c93-ba77-9a324996ae35" providerId="ADAL" clId="{8C859D24-2A3E-41E6-9550-22A3361FBBEF}" dt="2026-08-03T07:21:06.234" v="184" actId="20577"/>
        <pc:sldMkLst>
          <pc:docMk/>
          <pc:sldMk cId="2929122090" sldId="262"/>
        </pc:sldMkLst>
        <pc:spChg chg="mod">
          <ac:chgData name="Yadav, Vipin" userId="5d5c3c82-6ef4-4c93-ba77-9a324996ae35" providerId="ADAL" clId="{8C859D24-2A3E-41E6-9550-22A3361FBBEF}" dt="2026-08-03T07:19:34.177" v="164" actId="1076"/>
          <ac:spMkLst>
            <pc:docMk/>
            <pc:sldMk cId="2929122090" sldId="262"/>
            <ac:spMk id="2" creationId="{3DCD62A8-831A-A826-E939-1E772FF2C651}"/>
          </ac:spMkLst>
        </pc:spChg>
        <pc:spChg chg="mod">
          <ac:chgData name="Yadav, Vipin" userId="5d5c3c82-6ef4-4c93-ba77-9a324996ae35" providerId="ADAL" clId="{8C859D24-2A3E-41E6-9550-22A3361FBBEF}" dt="2026-08-03T07:21:06.234" v="184" actId="20577"/>
          <ac:spMkLst>
            <pc:docMk/>
            <pc:sldMk cId="2929122090" sldId="262"/>
            <ac:spMk id="3" creationId="{03DDEA65-9231-287F-6E29-D037F30B5656}"/>
          </ac:spMkLst>
        </pc:spChg>
      </pc:sldChg>
      <pc:sldChg chg="modSp mod">
        <pc:chgData name="Yadav, Vipin" userId="5d5c3c82-6ef4-4c93-ba77-9a324996ae35" providerId="ADAL" clId="{8C859D24-2A3E-41E6-9550-22A3361FBBEF}" dt="2026-08-03T07:25:48.241" v="242" actId="20577"/>
        <pc:sldMkLst>
          <pc:docMk/>
          <pc:sldMk cId="3596593333" sldId="263"/>
        </pc:sldMkLst>
        <pc:spChg chg="mod">
          <ac:chgData name="Yadav, Vipin" userId="5d5c3c82-6ef4-4c93-ba77-9a324996ae35" providerId="ADAL" clId="{8C859D24-2A3E-41E6-9550-22A3361FBBEF}" dt="2026-08-03T07:22:19.292" v="186" actId="14100"/>
          <ac:spMkLst>
            <pc:docMk/>
            <pc:sldMk cId="3596593333" sldId="263"/>
            <ac:spMk id="2" creationId="{7B47061C-1922-1428-D8BC-F25A2F4303B3}"/>
          </ac:spMkLst>
        </pc:spChg>
        <pc:spChg chg="mod">
          <ac:chgData name="Yadav, Vipin" userId="5d5c3c82-6ef4-4c93-ba77-9a324996ae35" providerId="ADAL" clId="{8C859D24-2A3E-41E6-9550-22A3361FBBEF}" dt="2026-08-03T07:25:48.241" v="242" actId="20577"/>
          <ac:spMkLst>
            <pc:docMk/>
            <pc:sldMk cId="3596593333" sldId="263"/>
            <ac:spMk id="3" creationId="{A119DBF1-ACDD-D2D6-7692-C38932B7D85B}"/>
          </ac:spMkLst>
        </pc:spChg>
      </pc:sldChg>
      <pc:sldChg chg="modSp del">
        <pc:chgData name="Yadav, Vipin" userId="5d5c3c82-6ef4-4c93-ba77-9a324996ae35" providerId="ADAL" clId="{8C859D24-2A3E-41E6-9550-22A3361FBBEF}" dt="2026-08-03T07:25:39.310" v="240" actId="2696"/>
        <pc:sldMkLst>
          <pc:docMk/>
          <pc:sldMk cId="2654084775" sldId="264"/>
        </pc:sldMkLst>
        <pc:spChg chg="mod">
          <ac:chgData name="Yadav, Vipin" userId="5d5c3c82-6ef4-4c93-ba77-9a324996ae35" providerId="ADAL" clId="{8C859D24-2A3E-41E6-9550-22A3361FBBEF}" dt="2026-08-03T07:05:52.473" v="10"/>
          <ac:spMkLst>
            <pc:docMk/>
            <pc:sldMk cId="2654084775" sldId="264"/>
            <ac:spMk id="2" creationId="{5102EEF0-5250-290F-F5CC-275FA7BA18D7}"/>
          </ac:spMkLst>
        </pc:spChg>
        <pc:spChg chg="mod">
          <ac:chgData name="Yadav, Vipin" userId="5d5c3c82-6ef4-4c93-ba77-9a324996ae35" providerId="ADAL" clId="{8C859D24-2A3E-41E6-9550-22A3361FBBEF}" dt="2026-08-03T07:05:52.473" v="10"/>
          <ac:spMkLst>
            <pc:docMk/>
            <pc:sldMk cId="2654084775" sldId="264"/>
            <ac:spMk id="3" creationId="{FEAC0501-AFC1-BB73-560A-93AC3B0A2341}"/>
          </ac:spMkLst>
        </pc:spChg>
      </pc:sldChg>
      <pc:sldChg chg="modSp mod">
        <pc:chgData name="Yadav, Vipin" userId="5d5c3c82-6ef4-4c93-ba77-9a324996ae35" providerId="ADAL" clId="{8C859D24-2A3E-41E6-9550-22A3361FBBEF}" dt="2026-08-03T07:29:36.405" v="298" actId="20577"/>
        <pc:sldMkLst>
          <pc:docMk/>
          <pc:sldMk cId="2235637685" sldId="265"/>
        </pc:sldMkLst>
        <pc:spChg chg="mod">
          <ac:chgData name="Yadav, Vipin" userId="5d5c3c82-6ef4-4c93-ba77-9a324996ae35" providerId="ADAL" clId="{8C859D24-2A3E-41E6-9550-22A3361FBBEF}" dt="2026-08-03T07:26:00.311" v="243" actId="1076"/>
          <ac:spMkLst>
            <pc:docMk/>
            <pc:sldMk cId="2235637685" sldId="265"/>
            <ac:spMk id="2" creationId="{B2F1FA40-00AD-40EE-9C26-5FA3DA46E09A}"/>
          </ac:spMkLst>
        </pc:spChg>
        <pc:spChg chg="mod">
          <ac:chgData name="Yadav, Vipin" userId="5d5c3c82-6ef4-4c93-ba77-9a324996ae35" providerId="ADAL" clId="{8C859D24-2A3E-41E6-9550-22A3361FBBEF}" dt="2026-08-03T07:29:36.405" v="298" actId="20577"/>
          <ac:spMkLst>
            <pc:docMk/>
            <pc:sldMk cId="2235637685" sldId="265"/>
            <ac:spMk id="3" creationId="{2AA9054F-710D-614F-B951-91ACE8281059}"/>
          </ac:spMkLst>
        </pc:spChg>
      </pc:sldChg>
      <pc:sldChg chg="delSp modSp mod">
        <pc:chgData name="Yadav, Vipin" userId="5d5c3c82-6ef4-4c93-ba77-9a324996ae35" providerId="ADAL" clId="{8C859D24-2A3E-41E6-9550-22A3361FBBEF}" dt="2026-08-03T07:31:32.942" v="300" actId="21"/>
        <pc:sldMkLst>
          <pc:docMk/>
          <pc:sldMk cId="1986706771" sldId="266"/>
        </pc:sldMkLst>
        <pc:spChg chg="mod">
          <ac:chgData name="Yadav, Vipin" userId="5d5c3c82-6ef4-4c93-ba77-9a324996ae35" providerId="ADAL" clId="{8C859D24-2A3E-41E6-9550-22A3361FBBEF}" dt="2026-08-03T07:05:52.473" v="10"/>
          <ac:spMkLst>
            <pc:docMk/>
            <pc:sldMk cId="1986706771" sldId="266"/>
            <ac:spMk id="2" creationId="{396A1ED4-CF3E-58BF-87FD-7556D1108180}"/>
          </ac:spMkLst>
        </pc:spChg>
        <pc:spChg chg="del mod">
          <ac:chgData name="Yadav, Vipin" userId="5d5c3c82-6ef4-4c93-ba77-9a324996ae35" providerId="ADAL" clId="{8C859D24-2A3E-41E6-9550-22A3361FBBEF}" dt="2026-08-03T07:31:32.942" v="300" actId="21"/>
          <ac:spMkLst>
            <pc:docMk/>
            <pc:sldMk cId="1986706771" sldId="266"/>
            <ac:spMk id="3" creationId="{D2B881AB-A1E9-4ECD-0EEE-9B2A76D78DCB}"/>
          </ac:spMkLst>
        </pc:spChg>
      </pc:sldChg>
      <pc:sldChg chg="new del">
        <pc:chgData name="Yadav, Vipin" userId="5d5c3c82-6ef4-4c93-ba77-9a324996ae35" providerId="ADAL" clId="{8C859D24-2A3E-41E6-9550-22A3361FBBEF}" dt="2026-08-03T07:05:28.842" v="9" actId="2696"/>
        <pc:sldMkLst>
          <pc:docMk/>
          <pc:sldMk cId="1505222531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6D8C0-DE4A-4C41-8A37-68A7DA643EE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D612-95FC-416F-B97B-7E473F597F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950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6D8C0-DE4A-4C41-8A37-68A7DA643EE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D612-95FC-416F-B97B-7E473F597F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62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6D8C0-DE4A-4C41-8A37-68A7DA643EE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D612-95FC-416F-B97B-7E473F597F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273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6D8C0-DE4A-4C41-8A37-68A7DA643EE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D612-95FC-416F-B97B-7E473F597F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687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6D8C0-DE4A-4C41-8A37-68A7DA643EE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D612-95FC-416F-B97B-7E473F597F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744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6D8C0-DE4A-4C41-8A37-68A7DA643EE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D612-95FC-416F-B97B-7E473F597F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8282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6D8C0-DE4A-4C41-8A37-68A7DA643EE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D612-95FC-416F-B97B-7E473F597F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574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6D8C0-DE4A-4C41-8A37-68A7DA643EE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D612-95FC-416F-B97B-7E473F597F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426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6D8C0-DE4A-4C41-8A37-68A7DA643EE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D612-95FC-416F-B97B-7E473F597F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155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6D8C0-DE4A-4C41-8A37-68A7DA643EE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D612-95FC-416F-B97B-7E473F597F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906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6D8C0-DE4A-4C41-8A37-68A7DA643EE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D612-95FC-416F-B97B-7E473F597F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234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6D8C0-DE4A-4C41-8A37-68A7DA643EE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D612-95FC-416F-B97B-7E473F597F25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4988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6D8C0-DE4A-4C41-8A37-68A7DA643EE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D612-95FC-416F-B97B-7E473F597F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365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6D8C0-DE4A-4C41-8A37-68A7DA643EE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D612-95FC-416F-B97B-7E473F597F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2623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6D8C0-DE4A-4C41-8A37-68A7DA643EE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D612-95FC-416F-B97B-7E473F597F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2316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6D8C0-DE4A-4C41-8A37-68A7DA643EE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D612-95FC-416F-B97B-7E473F597F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99717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6D8C0-DE4A-4C41-8A37-68A7DA643EE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D612-95FC-416F-B97B-7E473F597F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754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0E350-430E-CE06-2C1B-8A2623D04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AC18F-330B-7055-15AC-CBC1786EC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2B8D1-6FE1-93A0-C411-22D0B25E2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6D8C0-DE4A-4C41-8A37-68A7DA643EE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1916A-50A9-FAD5-E850-717E9EC53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B9B8E-CC28-5A5C-6B94-EF7FFA6AF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D612-95FC-416F-B97B-7E473F597F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026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6D8C0-DE4A-4C41-8A37-68A7DA643EEE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07D612-95FC-416F-B97B-7E473F597F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4205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6BE31-C548-4B50-C976-5B81062CE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110342"/>
            <a:ext cx="9001462" cy="1278392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FFFF"/>
                </a:solidFill>
              </a:rPr>
              <a:t>HR Employee Attrition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472265-D3C6-4BD9-A62E-FACFD963A1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3429000"/>
            <a:ext cx="9144000" cy="1655762"/>
          </a:xfrm>
        </p:spPr>
        <p:txBody>
          <a:bodyPr>
            <a:normAutofit/>
          </a:bodyPr>
          <a:lstStyle/>
          <a:p>
            <a:r>
              <a:rPr lang="en-GB" sz="1800" dirty="0">
                <a:solidFill>
                  <a:schemeClr val="tx1">
                    <a:lumMod val="9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 Machine Learning Capstone Project
Predicting Employee Turnover &amp; Enabling HR Action</a:t>
            </a:r>
            <a:endParaRPr lang="en-IN" sz="1800" dirty="0">
              <a:solidFill>
                <a:schemeClr val="tx1">
                  <a:lumMod val="9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881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866EA-D096-3A12-CEA2-10302FF03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63287"/>
            <a:ext cx="10353761" cy="1197428"/>
          </a:xfrm>
        </p:spPr>
        <p:txBody>
          <a:bodyPr>
            <a:normAutofit/>
          </a:bodyPr>
          <a:lstStyle/>
          <a:p>
            <a:r>
              <a:rPr lang="en-IN" sz="2800" b="1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19859-6E19-EFF1-7E3B-553091632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94" y="1360714"/>
            <a:ext cx="10353762" cy="4223657"/>
          </a:xfrm>
        </p:spPr>
        <p:txBody>
          <a:bodyPr>
            <a:normAutofit/>
          </a:bodyPr>
          <a:lstStyle/>
          <a:p>
            <a:r>
              <a:rPr lang="en-GB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01  Business Problem &amp; Objectives
02  Dataset Overview
03  Exploratory Data Analysis
04  Feature Engineering
05  Models Built &amp; Cross-Validation
06  Results &amp; Best Model
07  Top Attrition Drivers
08  Business Recommendations
09  Conclusion</a:t>
            </a:r>
            <a:endParaRPr lang="en-IN" sz="1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066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D32E0-8AE9-3BE5-F57D-184ABF44E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1753"/>
            <a:ext cx="10353761" cy="1326321"/>
          </a:xfrm>
        </p:spPr>
        <p:txBody>
          <a:bodyPr/>
          <a:lstStyle/>
          <a:p>
            <a:r>
              <a:rPr lang="en-IN" b="1" dirty="0"/>
              <a:t>Business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D76FF-A8BD-B7C3-EB83-EFAB0A590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4444" y="1424292"/>
            <a:ext cx="10353762" cy="54219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Client:  HR Department — Mid-size Enterprise</a:t>
            </a:r>
          </a:p>
          <a:p>
            <a:pPr marL="0" indent="0">
              <a:buNone/>
            </a:pPr>
            <a:endParaRPr lang="en-GB" sz="16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0" indent="0">
              <a:buNone/>
            </a:pPr>
            <a:r>
              <a:rPr lang="en-GB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Problem:
   Rising employee attrition causing high hiring costs
   No proactive system to identify at-risk employees
   Loss of institutional knowledge and team disruption</a:t>
            </a:r>
          </a:p>
          <a:p>
            <a:pPr marL="0" indent="0">
              <a:buNone/>
            </a:pPr>
            <a:r>
              <a:rPr lang="en-GB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
Objective:
   Build a predictive ML model to identify employees likely to leave
   Provide HR with actionable, data-driven recommendations
   Success Metric:  F1-Score (primary)  |  Accuracy ≥ 80%</a:t>
            </a:r>
            <a:endParaRPr lang="en-IN" sz="16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605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6DBC3-D3F4-7D9D-0368-04D3D4B44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76201"/>
            <a:ext cx="10353761" cy="1295400"/>
          </a:xfrm>
        </p:spPr>
        <p:txBody>
          <a:bodyPr/>
          <a:lstStyle/>
          <a:p>
            <a:r>
              <a:rPr lang="en-IN" b="1" dirty="0"/>
              <a:t>Dataset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7DB66-C424-8824-D3F2-03054BEA4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95" y="1230086"/>
            <a:ext cx="10353762" cy="50836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Source:  IBM HR Analytics Employee Attrition Dataset
   Total Employees:     1,470
   Total Features:       35 columns  →  31 after cleanup
   Target Column:       Attrition  (Yes / No)
Class Imbalance:
   No Attrition (0):    1,233 employees  →  84%
   Attrition (Yes=1):     237 employees  →  16%
 Dropped Columns (no predictive value):
   </a:t>
            </a:r>
            <a:r>
              <a:rPr lang="en-IN" sz="16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EmployeeNumber</a:t>
            </a: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|  </a:t>
            </a:r>
            <a:r>
              <a:rPr lang="en-IN" sz="16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EmployeeCount</a:t>
            </a: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|  Over18  |  </a:t>
            </a:r>
            <a:r>
              <a:rPr lang="en-IN" sz="16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StandardHours</a:t>
            </a:r>
            <a:endParaRPr lang="en-IN" sz="1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908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F74FC-D180-8AE1-AD3A-77E0EE276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709" y="0"/>
            <a:ext cx="10353761" cy="1326321"/>
          </a:xfrm>
        </p:spPr>
        <p:txBody>
          <a:bodyPr/>
          <a:lstStyle/>
          <a:p>
            <a:r>
              <a:rPr lang="en-IN" b="1" dirty="0"/>
              <a:t>Exploratory Data Analysis — Highlights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C82B7-97D2-9BBD-371C-CB82A8EE4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6708" y="1326320"/>
            <a:ext cx="10353762" cy="55316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 null values found in the dataset
No duplicate rows detected.
Outlier Detection (IQR Method):
    10 numerical columns contained outliers
    Outliers flagged and reported — NOT removed (retain real-world signal)
Key EDA Observations:
    Employees doing </a:t>
            </a:r>
            <a:r>
              <a:rPr lang="en-GB" sz="16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OverTime</a:t>
            </a:r>
            <a:r>
              <a:rPr lang="en-GB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have significantly higher attrition rate
    Single employees leave more than Married or Divorced
    Sales Representatives show the highest job-role attrition
    Low </a:t>
            </a:r>
            <a:r>
              <a:rPr lang="en-GB" sz="16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JobSatisfaction</a:t>
            </a:r>
            <a:r>
              <a:rPr lang="en-GB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&amp; </a:t>
            </a:r>
            <a:r>
              <a:rPr lang="en-GB" sz="16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JobInvolvement</a:t>
            </a:r>
            <a:r>
              <a:rPr lang="en-GB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correlate strongly with leaving
   </a:t>
            </a:r>
            <a:r>
              <a:rPr lang="en-GB" sz="16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MonthlyIncome</a:t>
            </a:r>
            <a:r>
              <a:rPr lang="en-GB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is notably lower among employees who left
8 plots generated  →  saved in </a:t>
            </a:r>
            <a:r>
              <a:rPr lang="en-GB" sz="16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output_plots</a:t>
            </a:r>
            <a:r>
              <a:rPr lang="en-GB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/</a:t>
            </a:r>
            <a:endParaRPr lang="en-IN" sz="1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182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FF218-74C6-423F-E9E2-3DAB3EA9C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1" cy="1326321"/>
          </a:xfrm>
        </p:spPr>
        <p:txBody>
          <a:bodyPr/>
          <a:lstStyle/>
          <a:p>
            <a:r>
              <a:rPr lang="en-IN" b="1" dirty="0"/>
              <a:t>Feature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9E883-87B6-36AF-C370-E7F42A7BF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4444" y="1159892"/>
            <a:ext cx="10353762" cy="556747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Target Encoding:
  Attrition  →  Yes = 1,  No = 0</a:t>
            </a:r>
          </a:p>
          <a:p>
            <a:pPr marL="0" indent="0">
              <a:buNone/>
            </a:pP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
Binary Encoding:
  Gender       →  Male = 1,  Female = 0
  </a:t>
            </a:r>
            <a:r>
              <a:rPr lang="en-IN" sz="16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OverTime</a:t>
            </a: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→  Yes = 1,  No = 0
</a:t>
            </a:r>
          </a:p>
          <a:p>
            <a:pPr marL="0" indent="0">
              <a:buNone/>
            </a:pP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Ordinal Encoding:
  </a:t>
            </a:r>
            <a:r>
              <a:rPr lang="en-IN" sz="16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BusinessTravel</a:t>
            </a: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→  Non-Travel=0, </a:t>
            </a:r>
            <a:r>
              <a:rPr lang="en-IN" sz="16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Travel_Rarely</a:t>
            </a: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=1, </a:t>
            </a:r>
            <a:r>
              <a:rPr lang="en-IN" sz="16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Travel_Frequently</a:t>
            </a: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=2
</a:t>
            </a:r>
          </a:p>
          <a:p>
            <a:pPr marL="0" indent="0">
              <a:buNone/>
            </a:pP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One-Hot Encoding (</a:t>
            </a:r>
            <a:r>
              <a:rPr lang="en-IN" sz="16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drop_first</a:t>
            </a: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=True):
  Department  |  </a:t>
            </a:r>
            <a:r>
              <a:rPr lang="en-IN" sz="16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EducationField</a:t>
            </a: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|  </a:t>
            </a:r>
            <a:r>
              <a:rPr lang="en-IN" sz="16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JobRole</a:t>
            </a: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|  </a:t>
            </a:r>
            <a:r>
              <a:rPr lang="en-IN" sz="16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MaritalStatus</a:t>
            </a: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
</a:t>
            </a:r>
          </a:p>
          <a:p>
            <a:pPr marL="0" indent="0">
              <a:buNone/>
            </a:pP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Train / Test Split:  80% Train  |  20% Test  (stratified, </a:t>
            </a:r>
            <a:r>
              <a:rPr lang="en-IN" sz="16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random_state</a:t>
            </a: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=42)
Scaling:  </a:t>
            </a:r>
            <a:r>
              <a:rPr lang="en-IN" sz="16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StandardScaler</a:t>
            </a: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applied to all numerical features</a:t>
            </a:r>
          </a:p>
        </p:txBody>
      </p:sp>
    </p:spTree>
    <p:extLst>
      <p:ext uri="{BB962C8B-B14F-4D97-AF65-F5344CB8AC3E}">
        <p14:creationId xmlns:p14="http://schemas.microsoft.com/office/powerpoint/2010/main" val="3525712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D62A8-831A-A826-E939-1E772FF2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76200"/>
            <a:ext cx="10353761" cy="1326321"/>
          </a:xfrm>
        </p:spPr>
        <p:txBody>
          <a:bodyPr/>
          <a:lstStyle/>
          <a:p>
            <a:r>
              <a:rPr lang="en-IN" b="1" dirty="0"/>
              <a:t>Models Built &amp; Validation Strategy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DEA65-9231-287F-6E29-D037F30B5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95" y="1402521"/>
            <a:ext cx="10353762" cy="438867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5 Models Trained:
  1.  Logistic Regression     	</a:t>
            </a:r>
            <a:r>
              <a:rPr lang="en-IN" sz="16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class_weight</a:t>
            </a: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='balanced',  </a:t>
            </a:r>
            <a:r>
              <a:rPr lang="en-IN" sz="16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max_iter</a:t>
            </a: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=1000
  2.  Decision Tree           	</a:t>
            </a:r>
            <a:r>
              <a:rPr lang="en-IN" sz="16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max_depth</a:t>
            </a: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=20,  </a:t>
            </a:r>
            <a:r>
              <a:rPr lang="en-IN" sz="16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class_weight</a:t>
            </a: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='balanced'
  3.  Random Forest           	</a:t>
            </a:r>
            <a:r>
              <a:rPr lang="en-IN" sz="16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n_estimators</a:t>
            </a: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=100,  </a:t>
            </a:r>
            <a:r>
              <a:rPr lang="en-IN" sz="16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max_depth</a:t>
            </a: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=10,  </a:t>
            </a:r>
            <a:r>
              <a:rPr lang="en-IN" sz="16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class_weight</a:t>
            </a: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='balanced'
  4.  K-Nearest </a:t>
            </a:r>
            <a:r>
              <a:rPr lang="en-IN" sz="16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Neighbors</a:t>
            </a: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	</a:t>
            </a:r>
            <a:r>
              <a:rPr lang="en-IN" sz="16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n_neighbors</a:t>
            </a: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=7
  5.  Gaussian Naive Bayes	
Validation:
  • 5-Fold Stratified Cross-Validation on training data
  • Hyperparameter Tuning via </a:t>
            </a:r>
            <a:r>
              <a:rPr lang="en-IN" sz="16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GridSearchCV</a:t>
            </a: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for all 5 models
  • Metrics tracked: Accuracy, Precision, Recall, F1-Score</a:t>
            </a:r>
          </a:p>
        </p:txBody>
      </p:sp>
    </p:spTree>
    <p:extLst>
      <p:ext uri="{BB962C8B-B14F-4D97-AF65-F5344CB8AC3E}">
        <p14:creationId xmlns:p14="http://schemas.microsoft.com/office/powerpoint/2010/main" val="2929122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7061C-1922-1428-D8BC-F25A2F430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1" cy="1240971"/>
          </a:xfrm>
        </p:spPr>
        <p:txBody>
          <a:bodyPr/>
          <a:lstStyle/>
          <a:p>
            <a:r>
              <a:rPr lang="en-IN" b="1" dirty="0"/>
              <a:t>Model Performance —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9DBF1-ACDD-D2D6-7692-C38932B7D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94" y="1240971"/>
            <a:ext cx="10353762" cy="5105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Model Comparison (on Test Set after Hyperparameter Tuning):
  Model                  		Accuracy    	Precision   	Recall   		F1-Score
  ─────────────────────────────────────────────────────────────
  Logistic Regression ★  	0.77       		0.38       		 0.68     		0.48  ← BEST
  Random Forest          	0.83      		0.48        		0.47     		0.47
  Decision Tree          	0.77       		0.35        		0.53     		0.42
  Naive Bayes            	0.62       		0.25        		0.70     		0.37
  KNN                    		0.82       		0.31        		0.11     		0.16
Best Model:  Logistic Regression  (highest F1-Score = 0.48)
Selection Criterion:  F1-Score chosen because of class imbalance (16% attrition)</a:t>
            </a:r>
          </a:p>
        </p:txBody>
      </p:sp>
    </p:spTree>
    <p:extLst>
      <p:ext uri="{BB962C8B-B14F-4D97-AF65-F5344CB8AC3E}">
        <p14:creationId xmlns:p14="http://schemas.microsoft.com/office/powerpoint/2010/main" val="3596593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1FA40-00AD-40EE-9C26-5FA3DA46E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0"/>
            <a:ext cx="10353761" cy="1326321"/>
          </a:xfrm>
        </p:spPr>
        <p:txBody>
          <a:bodyPr/>
          <a:lstStyle/>
          <a:p>
            <a:r>
              <a:rPr lang="en-IN" b="1" dirty="0"/>
              <a:t>Business 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9054F-710D-614F-B951-91ACE8281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95" y="1421148"/>
            <a:ext cx="10353762" cy="52191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Based on model insights, HR should act on three priorities:
1.  Reduce Overtime
     </a:t>
            </a: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Employees working overtime are at significantly higher risk of attrition. </a:t>
            </a:r>
          </a:p>
          <a:p>
            <a:pPr marL="0" indent="0">
              <a:buNone/>
            </a:pPr>
            <a:r>
              <a:rPr lang="en-IN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Limit mandatory overtime and offer comp-off.</a:t>
            </a:r>
            <a:r>
              <a:rPr lang="en-GB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
2.  Improve Salary Hikes
     Low </a:t>
            </a:r>
            <a:r>
              <a:rPr lang="en-GB" sz="16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PercentSalaryHike</a:t>
            </a:r>
            <a:r>
              <a:rPr lang="en-GB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and </a:t>
            </a:r>
            <a:r>
              <a:rPr lang="en-GB" sz="16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MonthlyIncome</a:t>
            </a:r>
            <a:r>
              <a:rPr lang="en-GB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correlate with higher attrition.
     Action: Regular, fair pay reviews tied to performance and market benchmarks.
3.  Focus on Employee Engagement
     Low </a:t>
            </a:r>
            <a:r>
              <a:rPr lang="en-GB" sz="16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JobSatisfaction</a:t>
            </a:r>
            <a:r>
              <a:rPr lang="en-GB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and </a:t>
            </a:r>
            <a:r>
              <a:rPr lang="en-GB" sz="16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JobInvolvement</a:t>
            </a:r>
            <a:r>
              <a:rPr lang="en-GB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are early warning signs.
     Action: 1-on-1 check-ins, career development plans, recognition programs.</a:t>
            </a:r>
            <a:endParaRPr lang="en-IN" sz="1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637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A1ED4-CF3E-58BF-87FD-7556D11081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FFFFFF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867067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28</TotalTime>
  <Words>830</Words>
  <Application>Microsoft Office PowerPoint</Application>
  <PresentationFormat>Widescreen</PresentationFormat>
  <Paragraphs>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ADLaM Display</vt:lpstr>
      <vt:lpstr>Arial</vt:lpstr>
      <vt:lpstr>Bookman Old Style</vt:lpstr>
      <vt:lpstr>Rockwell</vt:lpstr>
      <vt:lpstr>Damask</vt:lpstr>
      <vt:lpstr>HR Employee Attrition Prediction</vt:lpstr>
      <vt:lpstr>Agenda</vt:lpstr>
      <vt:lpstr>Business Problem</vt:lpstr>
      <vt:lpstr>Dataset Overview</vt:lpstr>
      <vt:lpstr>Exploratory Data Analysis — Highlights</vt:lpstr>
      <vt:lpstr>Feature Engineering</vt:lpstr>
      <vt:lpstr>Models Built &amp; Validation Strategy</vt:lpstr>
      <vt:lpstr>Model Performance — Results</vt:lpstr>
      <vt:lpstr>Business 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Yadav, Vipin</dc:creator>
  <cp:lastModifiedBy>Yadav, Vipin</cp:lastModifiedBy>
  <cp:revision>1</cp:revision>
  <dcterms:created xsi:type="dcterms:W3CDTF">2026-08-03T07:00:03Z</dcterms:created>
  <dcterms:modified xsi:type="dcterms:W3CDTF">2026-08-03T07:31:59Z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c215d82-5bf5-4d07-af41-65de05a9c87a_Enabled">
    <vt:lpwstr>true</vt:lpwstr>
  </property>
  <property fmtid="{D5CDD505-2E9C-101B-9397-08002B2CF9AE}" pid="3" name="MSIP_Label_9c215d82-5bf5-4d07-af41-65de05a9c87a_SetDate">
    <vt:lpwstr>2026-08-03T07:00:03Z</vt:lpwstr>
  </property>
  <property fmtid="{D5CDD505-2E9C-101B-9397-08002B2CF9AE}" pid="4" name="MSIP_Label_9c215d82-5bf5-4d07-af41-65de05a9c87a_Method">
    <vt:lpwstr>Standard</vt:lpwstr>
  </property>
  <property fmtid="{D5CDD505-2E9C-101B-9397-08002B2CF9AE}" pid="5" name="MSIP_Label_9c215d82-5bf5-4d07-af41-65de05a9c87a_Name">
    <vt:lpwstr>Amber</vt:lpwstr>
  </property>
  <property fmtid="{D5CDD505-2E9C-101B-9397-08002B2CF9AE}" pid="6" name="MSIP_Label_9c215d82-5bf5-4d07-af41-65de05a9c87a_SiteId">
    <vt:lpwstr>f66b6bd3-ebc2-4f54-8769-d22858de97c5</vt:lpwstr>
  </property>
  <property fmtid="{D5CDD505-2E9C-101B-9397-08002B2CF9AE}" pid="7" name="MSIP_Label_9c215d82-5bf5-4d07-af41-65de05a9c87a_ActionId">
    <vt:lpwstr>0045902d-0fbe-440c-b1e1-a1e0d056fa4b</vt:lpwstr>
  </property>
  <property fmtid="{D5CDD505-2E9C-101B-9397-08002B2CF9AE}" pid="8" name="MSIP_Label_9c215d82-5bf5-4d07-af41-65de05a9c87a_ContentBits">
    <vt:lpwstr>0</vt:lpwstr>
  </property>
  <property fmtid="{D5CDD505-2E9C-101B-9397-08002B2CF9AE}" pid="9" name="MSIP_Label_9c215d82-5bf5-4d07-af41-65de05a9c87a_Tag">
    <vt:lpwstr>10, 3, 0, 1</vt:lpwstr>
  </property>
</Properties>
</file>